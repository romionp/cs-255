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178985-00C6-4719-9DCC-8E14CACFC82F}" v="4" dt="2026-06-18T23:14:36.4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6" autoAdjust="0"/>
    <p:restoredTop sz="65796" autoAdjust="0"/>
  </p:normalViewPr>
  <p:slideViewPr>
    <p:cSldViewPr snapToGrid="0">
      <p:cViewPr>
        <p:scale>
          <a:sx n="130" d="100"/>
          <a:sy n="130" d="100"/>
        </p:scale>
        <p:origin x="-810"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ce, Romi'on" userId="580ffcb5-48bf-4d0c-b244-59e3c0346902" providerId="ADAL" clId="{E38211DD-6C37-404E-B970-F8D3B48D11E1}"/>
    <pc:docChg chg="undo custSel modSld">
      <pc:chgData name="Price, Romi'on" userId="580ffcb5-48bf-4d0c-b244-59e3c0346902" providerId="ADAL" clId="{E38211DD-6C37-404E-B970-F8D3B48D11E1}" dt="2026-06-19T00:38:15.110" v="5315" actId="20577"/>
      <pc:docMkLst>
        <pc:docMk/>
      </pc:docMkLst>
      <pc:sldChg chg="modNotesTx">
        <pc:chgData name="Price, Romi'on" userId="580ffcb5-48bf-4d0c-b244-59e3c0346902" providerId="ADAL" clId="{E38211DD-6C37-404E-B970-F8D3B48D11E1}" dt="2026-06-19T00:38:15.110" v="5315" actId="20577"/>
        <pc:sldMkLst>
          <pc:docMk/>
          <pc:sldMk cId="409182036" sldId="258"/>
        </pc:sldMkLst>
      </pc:sldChg>
      <pc:sldChg chg="modNotesTx">
        <pc:chgData name="Price, Romi'on" userId="580ffcb5-48bf-4d0c-b244-59e3c0346902" providerId="ADAL" clId="{E38211DD-6C37-404E-B970-F8D3B48D11E1}" dt="2026-06-18T20:38:54.366" v="1087" actId="20577"/>
        <pc:sldMkLst>
          <pc:docMk/>
          <pc:sldMk cId="1865885945" sldId="260"/>
        </pc:sldMkLst>
      </pc:sldChg>
      <pc:sldChg chg="addSp delSp modSp mod modNotesTx">
        <pc:chgData name="Price, Romi'on" userId="580ffcb5-48bf-4d0c-b244-59e3c0346902" providerId="ADAL" clId="{E38211DD-6C37-404E-B970-F8D3B48D11E1}" dt="2026-06-19T00:38:02.753" v="5314" actId="20577"/>
        <pc:sldMkLst>
          <pc:docMk/>
          <pc:sldMk cId="2776425341" sldId="261"/>
        </pc:sldMkLst>
        <pc:spChg chg="add del mod">
          <ac:chgData name="Price, Romi'on" userId="580ffcb5-48bf-4d0c-b244-59e3c0346902" providerId="ADAL" clId="{E38211DD-6C37-404E-B970-F8D3B48D11E1}" dt="2026-06-18T23:12:37.322" v="1108" actId="478"/>
          <ac:spMkLst>
            <pc:docMk/>
            <pc:sldMk cId="2776425341" sldId="261"/>
            <ac:spMk id="6" creationId="{764CF86A-C6B3-D6B8-2CFF-BF6CB6F0226F}"/>
          </ac:spMkLst>
        </pc:spChg>
        <pc:spChg chg="add del mod">
          <ac:chgData name="Price, Romi'on" userId="580ffcb5-48bf-4d0c-b244-59e3c0346902" providerId="ADAL" clId="{E38211DD-6C37-404E-B970-F8D3B48D11E1}" dt="2026-06-18T23:12:46.964" v="1110" actId="478"/>
          <ac:spMkLst>
            <pc:docMk/>
            <pc:sldMk cId="2776425341" sldId="261"/>
            <ac:spMk id="10" creationId="{1DD063E0-0DA2-4F79-5A35-D75C3A727613}"/>
          </ac:spMkLst>
        </pc:spChg>
        <pc:spChg chg="add del mod">
          <ac:chgData name="Price, Romi'on" userId="580ffcb5-48bf-4d0c-b244-59e3c0346902" providerId="ADAL" clId="{E38211DD-6C37-404E-B970-F8D3B48D11E1}" dt="2026-06-18T23:13:09.605" v="1116"/>
          <ac:spMkLst>
            <pc:docMk/>
            <pc:sldMk cId="2776425341" sldId="261"/>
            <ac:spMk id="14" creationId="{54348F43-9775-529E-C370-240B1228515C}"/>
          </ac:spMkLst>
        </pc:spChg>
        <pc:spChg chg="add del mod">
          <ac:chgData name="Price, Romi'on" userId="580ffcb5-48bf-4d0c-b244-59e3c0346902" providerId="ADAL" clId="{E38211DD-6C37-404E-B970-F8D3B48D11E1}" dt="2026-06-18T23:14:36.463" v="1123"/>
          <ac:spMkLst>
            <pc:docMk/>
            <pc:sldMk cId="2776425341" sldId="261"/>
            <ac:spMk id="18" creationId="{7053685B-ECC2-1E66-25F8-1133E0C79EE8}"/>
          </ac:spMkLst>
        </pc:spChg>
        <pc:picChg chg="add del">
          <ac:chgData name="Price, Romi'on" userId="580ffcb5-48bf-4d0c-b244-59e3c0346902" providerId="ADAL" clId="{E38211DD-6C37-404E-B970-F8D3B48D11E1}" dt="2026-06-18T23:12:48.868" v="1111" actId="478"/>
          <ac:picMkLst>
            <pc:docMk/>
            <pc:sldMk cId="2776425341" sldId="261"/>
            <ac:picMk id="4" creationId="{A3E80739-C815-BC19-5F16-51B2C5677843}"/>
          </ac:picMkLst>
        </pc:picChg>
        <pc:picChg chg="mod">
          <ac:chgData name="Price, Romi'on" userId="580ffcb5-48bf-4d0c-b244-59e3c0346902" providerId="ADAL" clId="{E38211DD-6C37-404E-B970-F8D3B48D11E1}" dt="2026-06-18T23:12:36.901" v="1107"/>
          <ac:picMkLst>
            <pc:docMk/>
            <pc:sldMk cId="2776425341" sldId="261"/>
            <ac:picMk id="7" creationId="{A7D9DBEA-5130-C524-55B5-45BEC2EBC121}"/>
          </ac:picMkLst>
        </pc:picChg>
        <pc:picChg chg="add del mod">
          <ac:chgData name="Price, Romi'on" userId="580ffcb5-48bf-4d0c-b244-59e3c0346902" providerId="ADAL" clId="{E38211DD-6C37-404E-B970-F8D3B48D11E1}" dt="2026-06-18T23:13:06.649" v="1115" actId="478"/>
          <ac:picMkLst>
            <pc:docMk/>
            <pc:sldMk cId="2776425341" sldId="261"/>
            <ac:picMk id="15" creationId="{A142FEA2-6903-0583-AB0D-F5D6A6D16BC7}"/>
          </ac:picMkLst>
        </pc:picChg>
        <pc:picChg chg="add del mod">
          <ac:chgData name="Price, Romi'on" userId="580ffcb5-48bf-4d0c-b244-59e3c0346902" providerId="ADAL" clId="{E38211DD-6C37-404E-B970-F8D3B48D11E1}" dt="2026-06-18T23:14:34.347" v="1122" actId="478"/>
          <ac:picMkLst>
            <pc:docMk/>
            <pc:sldMk cId="2776425341" sldId="261"/>
            <ac:picMk id="16" creationId="{1BD9E4A3-EA6A-71D4-6E7D-84CFFE64B29D}"/>
          </ac:picMkLst>
        </pc:picChg>
        <pc:picChg chg="add mod">
          <ac:chgData name="Price, Romi'on" userId="580ffcb5-48bf-4d0c-b244-59e3c0346902" providerId="ADAL" clId="{E38211DD-6C37-404E-B970-F8D3B48D11E1}" dt="2026-06-18T23:14:48.882" v="1127" actId="1076"/>
          <ac:picMkLst>
            <pc:docMk/>
            <pc:sldMk cId="2776425341" sldId="261"/>
            <ac:picMk id="19" creationId="{77D0FCB7-9581-6479-6D65-D8DD6A81C6E1}"/>
          </ac:picMkLst>
        </pc:picChg>
      </pc:sldChg>
      <pc:sldChg chg="modNotesTx">
        <pc:chgData name="Price, Romi'on" userId="580ffcb5-48bf-4d0c-b244-59e3c0346902" providerId="ADAL" clId="{E38211DD-6C37-404E-B970-F8D3B48D11E1}" dt="2026-06-19T00:18:49.383" v="4565" actId="20577"/>
        <pc:sldMkLst>
          <pc:docMk/>
          <pc:sldMk cId="376843144" sldId="263"/>
        </pc:sldMkLst>
      </pc:sldChg>
      <pc:sldChg chg="modSp mod modNotesTx">
        <pc:chgData name="Price, Romi'on" userId="580ffcb5-48bf-4d0c-b244-59e3c0346902" providerId="ADAL" clId="{E38211DD-6C37-404E-B970-F8D3B48D11E1}" dt="2026-06-19T00:37:48.331" v="5312" actId="20577"/>
        <pc:sldMkLst>
          <pc:docMk/>
          <pc:sldMk cId="3225141645" sldId="265"/>
        </pc:sldMkLst>
        <pc:spChg chg="mod">
          <ac:chgData name="Price, Romi'on" userId="580ffcb5-48bf-4d0c-b244-59e3c0346902" providerId="ADAL" clId="{E38211DD-6C37-404E-B970-F8D3B48D11E1}" dt="2026-06-18T20:27:51.347" v="0" actId="20577"/>
          <ac:spMkLst>
            <pc:docMk/>
            <pc:sldMk cId="3225141645" sldId="265"/>
            <ac:spMk id="3" creationId="{00000000-0000-0000-0000-000000000000}"/>
          </ac:spMkLst>
        </pc:spChg>
      </pc:sldChg>
      <pc:sldChg chg="modNotesTx">
        <pc:chgData name="Price, Romi'on" userId="580ffcb5-48bf-4d0c-b244-59e3c0346902" providerId="ADAL" clId="{E38211DD-6C37-404E-B970-F8D3B48D11E1}" dt="2026-06-19T00:37:57.333" v="5313" actId="20577"/>
        <pc:sldMkLst>
          <pc:docMk/>
          <pc:sldMk cId="3564055637" sldId="2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6/18/2026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Users can login securely to view course material, make appointments, modify or cancel appointments. Ensures that there is no unwanted access to </a:t>
            </a:r>
            <a:r>
              <a:rPr lang="en-US" baseline="0" dirty="0" err="1"/>
              <a:t>DriverPass</a:t>
            </a:r>
            <a:r>
              <a:rPr lang="en-US" baseline="0" dirty="0"/>
              <a:t> and keeps users' information secure. IT makes sure course material is DMV compliant, especially if a new DMW update notification is sent out.  This makes sure that coursework and exams are compliant with DMV standards.</a:t>
            </a:r>
          </a:p>
          <a:p>
            <a:endParaRPr lang="en-US" baseline="0" dirty="0"/>
          </a:p>
          <a:p>
            <a:r>
              <a:rPr lang="en-US" baseline="0" dirty="0" err="1"/>
              <a:t>DriverPass</a:t>
            </a:r>
            <a:r>
              <a:rPr lang="en-US" baseline="0" dirty="0"/>
              <a:t> will be available to Mac, Window, Linux, and mobile. This allows for users on different OS to be able to access </a:t>
            </a:r>
            <a:r>
              <a:rPr lang="en-US" baseline="0" dirty="0" err="1"/>
              <a:t>DriverPass</a:t>
            </a:r>
            <a:r>
              <a:rPr lang="en-US" baseline="0" dirty="0"/>
              <a:t> system. If </a:t>
            </a:r>
            <a:r>
              <a:rPr lang="en-US" baseline="0" dirty="0" err="1"/>
              <a:t>DriverPass</a:t>
            </a:r>
            <a:r>
              <a:rPr lang="en-US" baseline="0" dirty="0"/>
              <a:t> is accessed on mobile, interface should be able to fit screen accordingly. This will make sure system is clearly displayed and is easily accessed by trusted users.</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 different people in this system are the Secretary, Student/client, Driver, Administrators, I.T. and the DMV. The scenarios being confirming appointments, choosing learning package, viewing appointments, viewing progress, updating personal info, Managing packages, add/remove cars, view reports, add/remove accounts, compliance notification from DMV, add/remove user permissions, and system maintenance. Each one tied to the it’s respective actor. Making sure each employee or clients logins are secured through login verification, making sure payments are also verified as well so student can access bought learning package and schedule appointments. Employee’s have different levels of permissions depending on role within </a:t>
            </a:r>
            <a:r>
              <a:rPr lang="en-US" baseline="0" dirty="0" err="1"/>
              <a:t>DriverPass</a:t>
            </a:r>
            <a:r>
              <a:rPr lang="en-US" baseline="0" dirty="0"/>
              <a:t>. </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diagram, I’m breaking down the scenario of appointment scheduling. To start, the user logins to </a:t>
            </a:r>
            <a:r>
              <a:rPr lang="en-US" dirty="0" err="1"/>
              <a:t>Driverpass</a:t>
            </a:r>
            <a:r>
              <a:rPr lang="en-US" dirty="0"/>
              <a:t> and if the user prompted to select the package they want I, if they are a new user. The payment is verified and is looped back to selecting package if payment details failed. Once the user’s payment is verified or they signed in to driver pass, they can schedule, modify, or cancel appointment. They can then save their appointment date and get a Driver and car assigned to them. The appointment gets confirmed is added to calendar in database. Payment verification makes sure the client has purchased their package to access </a:t>
            </a:r>
            <a:r>
              <a:rPr lang="en-US" dirty="0" err="1"/>
              <a:t>DriverPass</a:t>
            </a:r>
            <a:r>
              <a:rPr lang="en-US" dirty="0"/>
              <a:t> and its coursework. This ensures only authorized people can access </a:t>
            </a:r>
            <a:r>
              <a:rPr lang="en-US" dirty="0" err="1"/>
              <a:t>Driverpass</a:t>
            </a:r>
            <a:r>
              <a:rPr lang="en-US" dirty="0"/>
              <a:t> contents or schedule an appointment.</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I ensured security is implemented into my design by first starting with Secure logins into </a:t>
            </a:r>
            <a:r>
              <a:rPr lang="en-US" baseline="0" dirty="0" err="1"/>
              <a:t>DriverPass</a:t>
            </a:r>
            <a:r>
              <a:rPr lang="en-US" baseline="0" dirty="0"/>
              <a:t> and case sensitive credential input. If the attempts to login to </a:t>
            </a:r>
            <a:r>
              <a:rPr lang="en-US" baseline="0" dirty="0" err="1"/>
              <a:t>DriverPass</a:t>
            </a:r>
            <a:r>
              <a:rPr lang="en-US" baseline="0" dirty="0"/>
              <a:t> is greater than allotted tires, accounts temporarily locks. Secure payment verification is essential, as well as client payment information. Ensuring data isn’t altered and is kept secure, using a secure system would make sure data communication is secure as well. Any hacking and brute force attempts will be alerted to Administrators in real time. Only authorized users can access </a:t>
            </a:r>
            <a:r>
              <a:rPr lang="en-US" baseline="0" dirty="0" err="1"/>
              <a:t>DriverPass</a:t>
            </a:r>
            <a:r>
              <a:rPr lang="en-US" baseline="0" dirty="0"/>
              <a:t> and permissions can be revoked if the user is no longer authorized.</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Internet access is for accessing </a:t>
            </a:r>
            <a:r>
              <a:rPr lang="en-US" baseline="0" dirty="0" err="1"/>
              <a:t>DriverPass</a:t>
            </a:r>
            <a:r>
              <a:rPr lang="en-US" baseline="0" dirty="0"/>
              <a:t>. The material and exams are DMV compliant and will be updated when DMV updates </a:t>
            </a:r>
            <a:r>
              <a:rPr lang="en-US" baseline="0" dirty="0" err="1"/>
              <a:t>DriverPass</a:t>
            </a:r>
            <a:r>
              <a:rPr lang="en-US" baseline="0" dirty="0"/>
              <a:t>. The </a:t>
            </a:r>
            <a:r>
              <a:rPr lang="en-US" baseline="0" dirty="0" err="1"/>
              <a:t>DriverPass</a:t>
            </a:r>
            <a:r>
              <a:rPr lang="en-US" baseline="0" dirty="0"/>
              <a:t> system currently has 10 cars only, limiting how much clients are helped and the availability of the cars. </a:t>
            </a:r>
            <a:r>
              <a:rPr lang="en-US" baseline="0" dirty="0" err="1"/>
              <a:t>Currrent</a:t>
            </a:r>
            <a:r>
              <a:rPr lang="en-US" baseline="0" dirty="0"/>
              <a:t> budget is unknown and the amount of staffing is limited due to budget. Although documents can be downloaded for offline viewing, offline data cannot be updated in offline mode. </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6/18/2026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6/18/2026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6/18/2026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6/18/2026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6/18/2026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6/18/2026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6/18/2026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6/18/2026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6/18/2026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6/18/2026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6/18/2026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6/18/2026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Romi’on Price</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dirty="0">
                <a:solidFill>
                  <a:srgbClr val="000000"/>
                </a:solidFill>
              </a:rPr>
              <a:t>Functional Requirements</a:t>
            </a:r>
          </a:p>
          <a:p>
            <a:pPr lvl="1"/>
            <a:r>
              <a:rPr lang="en-US" sz="2000" dirty="0"/>
              <a:t>Users should be able to login securely, select from the three packages if it’s a new user, have access to course material, and make appointments or modify them.</a:t>
            </a:r>
          </a:p>
          <a:p>
            <a:pPr lvl="1"/>
            <a:r>
              <a:rPr lang="en-US" sz="2000" dirty="0"/>
              <a:t>IT will be able to adapt system to DMV compliance via DMV updates, remove permissions, and reset passwords </a:t>
            </a:r>
          </a:p>
          <a:p>
            <a:pPr marL="0" indent="0">
              <a:buNone/>
            </a:pPr>
            <a:endParaRPr lang="en-US" sz="2400" dirty="0">
              <a:solidFill>
                <a:srgbClr val="000000"/>
              </a:solidFill>
            </a:endParaRPr>
          </a:p>
          <a:p>
            <a:r>
              <a:rPr lang="en-US" sz="2400" dirty="0">
                <a:solidFill>
                  <a:srgbClr val="000000"/>
                </a:solidFill>
              </a:rPr>
              <a:t>Non-Functional Requirements</a:t>
            </a:r>
          </a:p>
          <a:p>
            <a:pPr lvl="1"/>
            <a:r>
              <a:rPr lang="en-US" sz="2000" dirty="0" err="1">
                <a:solidFill>
                  <a:srgbClr val="000000"/>
                </a:solidFill>
              </a:rPr>
              <a:t>DriverPass</a:t>
            </a:r>
            <a:r>
              <a:rPr lang="en-US" sz="2000" dirty="0">
                <a:solidFill>
                  <a:srgbClr val="000000"/>
                </a:solidFill>
              </a:rPr>
              <a:t> will be available on Mac, Windows, Linux, and mobile</a:t>
            </a:r>
          </a:p>
          <a:p>
            <a:pPr lvl="1"/>
            <a:r>
              <a:rPr lang="en-US" sz="2000" dirty="0">
                <a:solidFill>
                  <a:srgbClr val="000000"/>
                </a:solidFill>
              </a:rPr>
              <a:t>If accessed on mobile should be able to resize and fit to screen accordingly</a:t>
            </a:r>
          </a:p>
          <a:p>
            <a:pPr marL="457200" lvl="1" indent="0">
              <a:buNone/>
            </a:pPr>
            <a:endParaRPr lang="en-US" sz="2000" dirty="0">
              <a:solidFill>
                <a:srgbClr val="000000"/>
              </a:solidFill>
            </a:endParaRPr>
          </a:p>
          <a:p>
            <a:pPr marL="0" indent="0">
              <a:buNone/>
            </a:pPr>
            <a:endParaRPr lang="en-US" sz="2400" dirty="0">
              <a:solidFill>
                <a:srgbClr val="000000"/>
              </a:solidFill>
            </a:endParaRPr>
          </a:p>
          <a:p>
            <a:pPr marL="457200" lvl="1" indent="0">
              <a:buNone/>
            </a:pPr>
            <a:endParaRPr lang="en-US" sz="20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19" name="Content Placeholder 18">
            <a:extLst>
              <a:ext uri="{FF2B5EF4-FFF2-40B4-BE49-F238E27FC236}">
                <a16:creationId xmlns:a16="http://schemas.microsoft.com/office/drawing/2014/main" id="{77D0FCB7-9581-6479-6D65-D8DD6A81C6E1}"/>
              </a:ext>
            </a:extLst>
          </p:cNvPr>
          <p:cNvPicPr>
            <a:picLocks noGrp="1" noChangeAspect="1"/>
          </p:cNvPicPr>
          <p:nvPr>
            <p:ph idx="1"/>
          </p:nvPr>
        </p:nvPicPr>
        <p:blipFill>
          <a:blip r:embed="rId5"/>
          <a:stretch>
            <a:fillRect/>
          </a:stretch>
        </p:blipFill>
        <p:spPr>
          <a:xfrm>
            <a:off x="5605063" y="593965"/>
            <a:ext cx="6286239" cy="5670070"/>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4" name="Content Placeholder 3">
            <a:extLst>
              <a:ext uri="{FF2B5EF4-FFF2-40B4-BE49-F238E27FC236}">
                <a16:creationId xmlns:a16="http://schemas.microsoft.com/office/drawing/2014/main" id="{AA89E6D1-3A8E-BC83-8397-E86A84CB77BB}"/>
              </a:ext>
            </a:extLst>
          </p:cNvPr>
          <p:cNvPicPr>
            <a:picLocks noGrp="1" noChangeAspect="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7019636" y="801688"/>
            <a:ext cx="3897746" cy="5930438"/>
          </a:xfrm>
          <a:prstGeom prst="rect">
            <a:avLst/>
          </a:prstGeom>
          <a:noFill/>
          <a:ln>
            <a:noFill/>
          </a:ln>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fontScale="92500" lnSpcReduction="10000"/>
          </a:bodyPr>
          <a:lstStyle/>
          <a:p>
            <a:r>
              <a:rPr lang="en-US" sz="2400" dirty="0">
                <a:solidFill>
                  <a:srgbClr val="000000"/>
                </a:solidFill>
              </a:rPr>
              <a:t>Secure login for users and case sensitive credential input.</a:t>
            </a:r>
          </a:p>
          <a:p>
            <a:r>
              <a:rPr lang="en-US" sz="2400" dirty="0">
                <a:solidFill>
                  <a:srgbClr val="000000"/>
                </a:solidFill>
              </a:rPr>
              <a:t>Account locks if attempts is greater than allotted tries</a:t>
            </a:r>
          </a:p>
          <a:p>
            <a:r>
              <a:rPr lang="en-US" sz="2400" dirty="0">
                <a:solidFill>
                  <a:srgbClr val="000000"/>
                </a:solidFill>
              </a:rPr>
              <a:t>Secure payment verification and client payment information</a:t>
            </a:r>
          </a:p>
          <a:p>
            <a:r>
              <a:rPr lang="en-US" sz="2400" dirty="0">
                <a:solidFill>
                  <a:srgbClr val="000000"/>
                </a:solidFill>
              </a:rPr>
              <a:t>If password is forgotten, request should be verified with IT</a:t>
            </a:r>
          </a:p>
          <a:p>
            <a:r>
              <a:rPr lang="en-US" sz="2400" dirty="0">
                <a:solidFill>
                  <a:srgbClr val="000000"/>
                </a:solidFill>
              </a:rPr>
              <a:t>HTTP secure system to ensure data exchange is secure.</a:t>
            </a:r>
          </a:p>
          <a:p>
            <a:r>
              <a:rPr lang="en-US" sz="2400" dirty="0">
                <a:solidFill>
                  <a:srgbClr val="000000"/>
                </a:solidFill>
              </a:rPr>
              <a:t>Admin should be </a:t>
            </a:r>
            <a:r>
              <a:rPr lang="en-US" sz="2400" dirty="0" err="1">
                <a:solidFill>
                  <a:srgbClr val="000000"/>
                </a:solidFill>
              </a:rPr>
              <a:t>alterted</a:t>
            </a:r>
            <a:r>
              <a:rPr lang="en-US" sz="2400" dirty="0">
                <a:solidFill>
                  <a:srgbClr val="000000"/>
                </a:solidFill>
              </a:rPr>
              <a:t> with any brute force hacking attempts</a:t>
            </a:r>
          </a:p>
          <a:p>
            <a:r>
              <a:rPr lang="en-US" sz="2400" dirty="0">
                <a:solidFill>
                  <a:srgbClr val="000000"/>
                </a:solidFill>
              </a:rPr>
              <a:t>Permissions removed if no longer employee or if user permissions are made unavailable.</a:t>
            </a:r>
            <a:endParaRPr sz="2400" dirty="0">
              <a:solidFill>
                <a:srgbClr val="000000"/>
              </a:solidFill>
            </a:endParaRP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r>
              <a:rPr lang="en-US" sz="2400" dirty="0">
                <a:solidFill>
                  <a:srgbClr val="000000"/>
                </a:solidFill>
              </a:rPr>
              <a:t>Cloud based system that requires internet access.</a:t>
            </a:r>
          </a:p>
          <a:p>
            <a:r>
              <a:rPr lang="en-US" sz="2400" dirty="0">
                <a:solidFill>
                  <a:srgbClr val="000000"/>
                </a:solidFill>
              </a:rPr>
              <a:t>Study material and exams should be DMV compliant</a:t>
            </a:r>
          </a:p>
          <a:p>
            <a:r>
              <a:rPr lang="en-US" sz="2400" dirty="0">
                <a:solidFill>
                  <a:srgbClr val="000000"/>
                </a:solidFill>
              </a:rPr>
              <a:t>Owner has 10 cars currently</a:t>
            </a:r>
          </a:p>
          <a:p>
            <a:r>
              <a:rPr lang="en-US" sz="2400" dirty="0">
                <a:solidFill>
                  <a:srgbClr val="000000"/>
                </a:solidFill>
              </a:rPr>
              <a:t>Unknown budget and constrained technical staffing limit</a:t>
            </a:r>
          </a:p>
          <a:p>
            <a:r>
              <a:rPr lang="en-US" sz="2400" dirty="0">
                <a:solidFill>
                  <a:srgbClr val="000000"/>
                </a:solidFill>
              </a:rPr>
              <a:t>Offline data cannot be updated in offline mode.</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2baef15b-b8de-423f-9d8a-46f3686d8848}" enabled="0" method="" siteId="{2baef15b-b8de-423f-9d8a-46f3686d8848}" removed="1"/>
</clbl:labelList>
</file>

<file path=docProps/app.xml><?xml version="1.0" encoding="utf-8"?>
<Properties xmlns="http://schemas.openxmlformats.org/officeDocument/2006/extended-properties" xmlns:vt="http://schemas.openxmlformats.org/officeDocument/2006/docPropsVTypes">
  <Template>WebD281</Template>
  <TotalTime>1624</TotalTime>
  <Words>798</Words>
  <Application>Microsoft Office PowerPoint</Application>
  <PresentationFormat>Widescreen</PresentationFormat>
  <Paragraphs>40</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Price, Romi'on</cp:lastModifiedBy>
  <cp:revision>21</cp:revision>
  <dcterms:created xsi:type="dcterms:W3CDTF">2019-10-14T02:36:52Z</dcterms:created>
  <dcterms:modified xsi:type="dcterms:W3CDTF">2026-06-19T00:38:16Z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